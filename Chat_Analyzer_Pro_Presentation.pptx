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Chat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Чат талдаушы бағдарламасы</a:t>
            </a:r>
          </a:p>
          <a:p>
            <a:r>
              <a:t>Java жобасы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Мақсаты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Бұл жобаның мақсаты:</a:t>
            </a:r>
          </a:p>
          <a:p>
            <a:r>
              <a:t>- Чат хабарламаларын талдау</a:t>
            </a:r>
          </a:p>
          <a:p>
            <a:r>
              <a:t>- Қолданушылар статистикасын шығару</a:t>
            </a:r>
          </a:p>
          <a:p>
            <a:r>
              <a:t>- Сөздердің жиілігін анықтау</a:t>
            </a:r>
          </a:p>
          <a:p>
            <a:r>
              <a:t>- HashMap қолдануды үйрену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Жобаның өзектілігі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Қазіргі заманда чаттар көп қолданылады.</a:t>
            </a:r>
          </a:p>
          <a:p>
            <a:r>
              <a:t>Деректерді талдау маңызды.</a:t>
            </a:r>
          </a:p>
          <a:p>
            <a:r>
              <a:t>Бұл жоба нақты статистика алуға көмектеседі.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Кіріс деректер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Хабарламалар формат:</a:t>
            </a:r>
          </a:p>
          <a:p>
            <a:r>
              <a:t>username: message</a:t>
            </a:r>
          </a:p>
          <a:p/>
          <a:p>
            <a:r>
              <a:t>Мысал:</a:t>
            </a:r>
          </a:p>
          <a:p>
            <a:r>
              <a:t>user1: hello world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Қолданылған технология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бағдарламалау тілі</a:t>
            </a:r>
          </a:p>
          <a:p>
            <a:r>
              <a:t>HashMap коллекциясы</a:t>
            </a:r>
          </a:p>
          <a:p>
            <a:r>
              <a:t>String өңдеу әдістері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HashMap деген не?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HashMap — кілт–мән (Key-Value) құрылымы.</a:t>
            </a:r>
          </a:p>
          <a:p>
            <a:r>
              <a:t>Артықшылығы:</a:t>
            </a:r>
          </a:p>
          <a:p>
            <a:r>
              <a:t>- Жылдам іздеу</a:t>
            </a:r>
          </a:p>
          <a:p>
            <a:r>
              <a:t>- Ыңғайлы сақтау</a:t>
            </a:r>
          </a:p>
          <a:p>
            <a:r>
              <a:t>- Көп қолданылатын структура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Бағдарламаның логикасы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Хабарламаны бөлу</a:t>
            </a:r>
          </a:p>
          <a:p>
            <a:r>
              <a:t>2. Қолданушыны анықтау</a:t>
            </a:r>
          </a:p>
          <a:p>
            <a:r>
              <a:t>3. Сөздерді бөлу</a:t>
            </a:r>
          </a:p>
          <a:p>
            <a:r>
              <a:t>4. Жиілікті есептеу</a:t>
            </a:r>
          </a:p>
          <a:p>
            <a:r>
              <a:t>5. Нәтижені шығару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Қолданушыларды анықтау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msg.split(":") арқылы бөлінеді</a:t>
            </a:r>
          </a:p>
          <a:p>
            <a:r>
              <a:t>Бірінші бөлігі — user</a:t>
            </a:r>
          </a:p>
          <a:p>
            <a:r>
              <a:t>Әр user жеке кілт ретінде сақталады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Жиілік есептеу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Әр сөз кездескен сайын:</a:t>
            </a:r>
          </a:p>
          <a:p>
            <a:r>
              <a:t>+1 қосылады</a:t>
            </a:r>
          </a:p>
          <a:p/>
          <a:p>
            <a:r>
              <a:t>getOrDefault(word, 0) + 1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Код түсіндірмесі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userCount → қолданушылар саны</a:t>
            </a:r>
          </a:p>
          <a:p>
            <a:r>
              <a:t>wordCount → сөздер жиілігі</a:t>
            </a:r>
          </a:p>
          <a:p>
            <a:r>
              <a:t>split() → мәтінді бөлу</a:t>
            </a:r>
          </a:p>
          <a:p>
            <a:r>
              <a:t>toLowerCase() → кіші әріпке ауыстыру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Нәтиже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Қолданушылар:</a:t>
            </a:r>
          </a:p>
          <a:p>
            <a:r>
              <a:t>user1: 3</a:t>
            </a:r>
          </a:p>
          <a:p>
            <a:r>
              <a:t>user2: 2</a:t>
            </a:r>
          </a:p>
          <a:p>
            <a:r>
              <a:t>user3: 1</a:t>
            </a:r>
          </a:p>
          <a:p/>
          <a:p>
            <a:r>
              <a:t>Сөздер:</a:t>
            </a:r>
          </a:p>
          <a:p>
            <a:r>
              <a:t>hello: 4</a:t>
            </a:r>
          </a:p>
          <a:p>
            <a:r>
              <a:t>world: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Артықшылықтары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Қарапайым</a:t>
            </a:r>
          </a:p>
          <a:p>
            <a:r>
              <a:t>- Тез жұмыс істейді</a:t>
            </a:r>
          </a:p>
          <a:p>
            <a:r>
              <a:t>- Кеңейтуге болады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Кемшіліктері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Үлкен деректерде баяулауы мүмкін</a:t>
            </a:r>
          </a:p>
          <a:p>
            <a:r>
              <a:t>- Тек қарапайым анализ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Қорытынды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Бұл жоба арқылы:</a:t>
            </a:r>
          </a:p>
          <a:p>
            <a:r>
              <a:t>- HashMap үйрендік</a:t>
            </a:r>
          </a:p>
          <a:p>
            <a:r>
              <a:t>- Мәтінді өңдеуді түсіндік</a:t>
            </a:r>
          </a:p>
          <a:p>
            <a:r>
              <a:t>- Анализ жасауды меңгердік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